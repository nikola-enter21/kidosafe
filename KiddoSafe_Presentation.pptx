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68" r:id="rId6"/>
    <p:sldId id="260" r:id="rId7"/>
    <p:sldId id="270" r:id="rId8"/>
    <p:sldId id="261" r:id="rId9"/>
    <p:sldId id="265" r:id="rId10"/>
    <p:sldId id="269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1B69"/>
    <a:srgbClr val="EDA6A6"/>
    <a:srgbClr val="FF6B6B"/>
    <a:srgbClr val="F8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9FDA9A-749B-4A18-9D6E-10F97B34A593}" v="907" dt="2026-03-15T11:27:02.472"/>
    <p1510:client id="{B698DAAC-99DE-42BB-9683-44F15FB182F7}" v="63" dt="2026-03-15T12:15:01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81" y="-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5094C-9C8B-4676-BC21-ECCA18A108EA}" type="datetimeFigureOut"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DCF61-BB36-4442-A447-88DEBB401E7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640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B8BC5-3850-4985-950A-CD9CDC3B0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124E3-0BF5-BCF0-3DA6-517F2F78A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2687E-2A9E-66BA-7331-6FC172511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8FD77-5101-1D1F-0A7C-BF2BA68BE8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24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BDB7B-7E79-DA12-4376-2BBF6F5E2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3F18F-17D2-0574-DA41-77962F5D3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97D71-B57D-5EDE-0B12-3C27E164A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5FB94-5C7E-319D-0B34-B6ED04BB7A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753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E3E50-61CD-8968-C42F-DC7B8159A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14EE4-0DBC-2EF5-F1DE-76AD5572D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F351A-CFF1-9294-A80D-BA9F43CE6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03212-37CE-B0EA-E7D9-1EBC422BD4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49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548640"/>
            <a:ext cx="3200400" cy="3200400"/>
          </a:xfrm>
          <a:prstGeom prst="ellipse">
            <a:avLst/>
          </a:prstGeom>
          <a:solidFill>
            <a:srgbClr val="6C3CE1">
              <a:alpha val="45000"/>
            </a:srgbClr>
          </a:solidFill>
          <a:ln w="12700">
            <a:solidFill>
              <a:srgbClr val="6C3CE1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2560320" cy="2560320"/>
          </a:xfrm>
          <a:prstGeom prst="ellipse">
            <a:avLst/>
          </a:prstGeom>
          <a:solidFill>
            <a:srgbClr val="F72585">
              <a:alpha val="40000"/>
            </a:srgbClr>
          </a:solidFill>
          <a:ln w="12700">
            <a:solidFill>
              <a:srgbClr val="F7258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365760"/>
            <a:ext cx="1828800" cy="1828800"/>
          </a:xfrm>
          <a:prstGeom prst="ellipse">
            <a:avLst/>
          </a:prstGeom>
          <a:solidFill>
            <a:srgbClr val="FF9F1C">
              <a:alpha val="35000"/>
            </a:srgbClr>
          </a:solidFill>
          <a:ln w="12700">
            <a:solidFill>
              <a:srgbClr val="FF9F1C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474720"/>
            <a:ext cx="1371600" cy="1371600"/>
          </a:xfrm>
          <a:prstGeom prst="ellipse">
            <a:avLst/>
          </a:prstGeom>
          <a:solidFill>
            <a:srgbClr val="4CC9F0">
              <a:alpha val="35000"/>
            </a:srgbClr>
          </a:solidFill>
          <a:ln w="12700">
            <a:solidFill>
              <a:srgbClr val="4CC9F0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3013" y="1285056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KiddoSafe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69494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9B5DE5"/>
              </a:solidFill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560320" y="3749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28600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600" dirty="0">
              <a:solidFill>
                <a:srgbClr val="FFD60A"/>
              </a:solidFill>
              <a:ea typeface="Calibri"/>
              <a:cs typeface="Calibri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BF993911-3F45-6B32-A031-39A0BE3F8C3C}"/>
              </a:ext>
            </a:extLst>
          </p:cNvPr>
          <p:cNvSpPr/>
          <p:nvPr/>
        </p:nvSpPr>
        <p:spPr>
          <a:xfrm>
            <a:off x="873012" y="2285181"/>
            <a:ext cx="768096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 kern="0" spc="200" dirty="0">
                <a:solidFill>
                  <a:srgbClr val="FFFFFF"/>
                </a:solidFill>
                <a:latin typeface="Arial Black"/>
              </a:rPr>
              <a:t>Interactive Kids</a:t>
            </a:r>
            <a:r>
              <a:rPr lang="en-US" b="1" kern="0" spc="200" dirty="0">
                <a:solidFill>
                  <a:srgbClr val="FFFFFF"/>
                </a:solidFill>
                <a:latin typeface="Arial Black"/>
              </a:rPr>
              <a:t> </a:t>
            </a:r>
            <a:r>
              <a:rPr lang="en-US" sz="2200" b="1" kern="0" spc="200">
                <a:solidFill>
                  <a:srgbClr val="FFFFFF"/>
                </a:solidFill>
                <a:latin typeface="Arial Black"/>
              </a:rPr>
              <a:t>SAFETY</a:t>
            </a:r>
            <a:r>
              <a:rPr lang="en-US" b="1" kern="0" spc="200" dirty="0">
                <a:solidFill>
                  <a:srgbClr val="FFFFFF"/>
                </a:solidFill>
                <a:latin typeface="Arial Black"/>
              </a:rPr>
              <a:t> </a:t>
            </a:r>
            <a:r>
              <a:rPr lang="en-US" sz="1600" b="1" kern="0" spc="200">
                <a:solidFill>
                  <a:srgbClr val="FFFFFF"/>
                </a:solidFill>
                <a:latin typeface="Arial Black"/>
              </a:rPr>
              <a:t>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3003" cy="5143500"/>
          </a:xfrm>
          <a:prstGeom prst="rect">
            <a:avLst/>
          </a:prstGeom>
          <a:solidFill>
            <a:srgbClr val="2D1B69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76" y="0"/>
            <a:ext cx="9346282" cy="5226811"/>
          </a:xfrm>
          <a:prstGeom prst="rect">
            <a:avLst/>
          </a:prstGeom>
          <a:solidFill>
            <a:srgbClr val="2D1B69"/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4591" y="176493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3000" b="1" dirty="0">
              <a:solidFill>
                <a:srgbClr val="FFFFFF"/>
              </a:solidFill>
              <a:latin typeface="Arial Black"/>
              <a:ea typeface="Arial Black" pitchFamily="34" charset="-122"/>
              <a:cs typeface="Arial Black" pitchFamily="34" charset="-120"/>
            </a:endParaRPr>
          </a:p>
          <a:p>
            <a:pPr algn="ctr"/>
            <a:endParaRPr lang="en-US" sz="3000" b="1" dirty="0">
              <a:solidFill>
                <a:srgbClr val="FFFFFF"/>
              </a:solidFill>
              <a:latin typeface="Arial Black"/>
              <a:ea typeface="Arial Black" pitchFamily="34" charset="-122"/>
              <a:cs typeface="Arial Black" pitchFamily="34" charset="-120"/>
            </a:endParaRPr>
          </a:p>
          <a:p>
            <a:pPr algn="ctr"/>
            <a:endParaRPr lang="en-US" sz="3000" b="1" dirty="0">
              <a:solidFill>
                <a:srgbClr val="FFFFFF"/>
              </a:solidFill>
              <a:latin typeface="Arial Black"/>
              <a:ea typeface="Arial Black" pitchFamily="34" charset="-122"/>
              <a:cs typeface="Arial Black" pitchFamily="34" charset="-120"/>
            </a:endParaRPr>
          </a:p>
          <a:p>
            <a:pPr algn="ctr"/>
            <a:endParaRPr lang="en-US" sz="3000" b="1" dirty="0">
              <a:solidFill>
                <a:srgbClr val="FFFFFF"/>
              </a:solidFill>
              <a:latin typeface="Arial Black"/>
              <a:ea typeface="Arial Black" pitchFamily="34" charset="-122"/>
              <a:cs typeface="Arial Black" pitchFamily="34" charset="-120"/>
            </a:endParaRPr>
          </a:p>
          <a:p>
            <a:pPr algn="ctr"/>
            <a:endParaRPr lang="en-US" sz="3000" b="1" dirty="0">
              <a:solidFill>
                <a:srgbClr val="FFFFFF"/>
              </a:solidFill>
              <a:latin typeface="Arial Black"/>
              <a:ea typeface="Arial Black" pitchFamily="34" charset="-122"/>
              <a:cs typeface="Arial Black" pitchFamily="34" charset="-120"/>
            </a:endParaRPr>
          </a:p>
          <a:p>
            <a:pPr algn="ctr"/>
            <a:endParaRPr lang="en-US" sz="3000" b="1" dirty="0">
              <a:solidFill>
                <a:srgbClr val="FFFFFF"/>
              </a:solidFill>
              <a:latin typeface="Arial Black"/>
              <a:ea typeface="Calibri"/>
              <a:cs typeface="Calibri"/>
            </a:endParaRPr>
          </a:p>
          <a:p>
            <a:pPr algn="ctr"/>
            <a:endParaRPr lang="en-US" sz="3000" b="1" dirty="0">
              <a:solidFill>
                <a:srgbClr val="FFFFFF"/>
              </a:solidFill>
              <a:latin typeface="Arial Black"/>
              <a:ea typeface="Calibri"/>
              <a:cs typeface="Calibri"/>
            </a:endParaRPr>
          </a:p>
          <a:p>
            <a:pPr algn="ctr"/>
            <a:endParaRPr lang="en-US" sz="3000" b="1" dirty="0">
              <a:solidFill>
                <a:srgbClr val="FFFFFF"/>
              </a:solidFill>
              <a:latin typeface="Arial Black"/>
              <a:ea typeface="Calibri"/>
              <a:cs typeface="Calibri"/>
            </a:endParaRPr>
          </a:p>
          <a:p>
            <a:pPr algn="ctr"/>
            <a:endParaRPr lang="en-US" sz="3000" b="1" dirty="0">
              <a:solidFill>
                <a:srgbClr val="FFFFFF"/>
              </a:solidFill>
              <a:latin typeface="Arial Black"/>
              <a:ea typeface="Calibri"/>
              <a:cs typeface="Calibri"/>
            </a:endParaRPr>
          </a:p>
          <a:p>
            <a:pPr algn="ctr"/>
            <a:r>
              <a:rPr lang="en-US" sz="3000" b="1">
                <a:solidFill>
                  <a:srgbClr val="FFFFFF"/>
                </a:solidFill>
                <a:latin typeface="Arial Black"/>
                <a:ea typeface="Calibri"/>
                <a:cs typeface="Calibri"/>
              </a:rPr>
              <a:t>ПРАВИЛАТА СА СКУЧНИ</a:t>
            </a:r>
            <a:r>
              <a:rPr lang="en-US" sz="3000" b="1" dirty="0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!</a:t>
            </a:r>
            <a:endParaRPr lang="en-US" dirty="0">
              <a:ea typeface="Calibri"/>
              <a:cs typeface="Calibri"/>
            </a:endParaRPr>
          </a:p>
          <a:p>
            <a:pPr algn="ctr"/>
            <a:endParaRPr lang="en-US" sz="3000" b="1" dirty="0">
              <a:solidFill>
                <a:srgbClr val="FFFFFF"/>
              </a:solidFill>
              <a:latin typeface="Arial Black"/>
              <a:ea typeface="+mn-lt"/>
              <a:cs typeface="+mn-lt"/>
            </a:endParaRPr>
          </a:p>
          <a:p>
            <a:pPr algn="ctr"/>
            <a:r>
              <a:rPr lang="en-US" sz="9600">
                <a:solidFill>
                  <a:srgbClr val="FFFFFF"/>
                </a:solidFill>
                <a:ea typeface="+mn-lt"/>
                <a:cs typeface="+mn-lt"/>
              </a:rPr>
              <a:t>🥱</a:t>
            </a:r>
            <a:endParaRPr lang="en-US"/>
          </a:p>
          <a:p>
            <a:pPr algn="ctr"/>
            <a:endParaRPr lang="en-US" sz="3000" b="1" dirty="0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9052" y="1188720"/>
            <a:ext cx="8299188" cy="38784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600" dirty="0">
              <a:latin typeface="Bookman Old Style"/>
            </a:endParaRPr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D8E79958-8B8B-E2F6-F267-10BB9E849495}"/>
              </a:ext>
            </a:extLst>
          </p:cNvPr>
          <p:cNvSpPr/>
          <p:nvPr/>
        </p:nvSpPr>
        <p:spPr>
          <a:xfrm>
            <a:off x="7815767" y="-632684"/>
            <a:ext cx="3200400" cy="3200400"/>
          </a:xfrm>
          <a:prstGeom prst="ellipse">
            <a:avLst/>
          </a:prstGeom>
          <a:solidFill>
            <a:srgbClr val="6C3CE1">
              <a:alpha val="45000"/>
            </a:srgbClr>
          </a:solidFill>
          <a:ln w="12700">
            <a:solidFill>
              <a:srgbClr val="6C3CE1">
                <a:alpha val="45000"/>
              </a:srgbClr>
            </a:solidFill>
            <a:prstDash val="solid"/>
          </a:ln>
        </p:spPr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EDF57EF6-043E-679D-0609-6BAEE81468EA}"/>
              </a:ext>
            </a:extLst>
          </p:cNvPr>
          <p:cNvSpPr/>
          <p:nvPr/>
        </p:nvSpPr>
        <p:spPr>
          <a:xfrm>
            <a:off x="142875" y="-735553"/>
            <a:ext cx="1828800" cy="1828800"/>
          </a:xfrm>
          <a:prstGeom prst="ellipse">
            <a:avLst/>
          </a:prstGeom>
          <a:solidFill>
            <a:srgbClr val="FF9F1C">
              <a:alpha val="35000"/>
            </a:srgbClr>
          </a:solidFill>
          <a:ln w="12700">
            <a:solidFill>
              <a:srgbClr val="FF9F1C">
                <a:alpha val="35000"/>
              </a:srgbClr>
            </a:solidFill>
            <a:prstDash val="solid"/>
          </a:ln>
        </p:spPr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2692370A-0266-2368-E306-3190A314CAFB}"/>
              </a:ext>
            </a:extLst>
          </p:cNvPr>
          <p:cNvSpPr/>
          <p:nvPr/>
        </p:nvSpPr>
        <p:spPr>
          <a:xfrm>
            <a:off x="-141531" y="3421941"/>
            <a:ext cx="2560320" cy="2560320"/>
          </a:xfrm>
          <a:prstGeom prst="ellipse">
            <a:avLst/>
          </a:prstGeom>
          <a:solidFill>
            <a:srgbClr val="F72585">
              <a:alpha val="40000"/>
            </a:srgbClr>
          </a:solidFill>
          <a:ln w="12700">
            <a:solidFill>
              <a:srgbClr val="F72585">
                <a:alpha val="40000"/>
              </a:srgbClr>
            </a:solidFill>
            <a:prstDash val="solid"/>
          </a:ln>
        </p:spPr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2EE61BBA-D3FC-0F1A-94E9-4BB9C135551A}"/>
              </a:ext>
            </a:extLst>
          </p:cNvPr>
          <p:cNvSpPr/>
          <p:nvPr/>
        </p:nvSpPr>
        <p:spPr>
          <a:xfrm>
            <a:off x="5829636" y="4096646"/>
            <a:ext cx="1371600" cy="1371600"/>
          </a:xfrm>
          <a:prstGeom prst="ellipse">
            <a:avLst/>
          </a:prstGeom>
          <a:solidFill>
            <a:srgbClr val="4CC9F0">
              <a:alpha val="35000"/>
            </a:srgbClr>
          </a:solidFill>
          <a:ln w="12700">
            <a:solidFill>
              <a:srgbClr val="4CC9F0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6C3CE1">
              <a:alpha val="30000"/>
            </a:srgbClr>
          </a:solidFill>
          <a:ln w="12700">
            <a:solidFill>
              <a:srgbClr val="6C3CE1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4CC9F0">
              <a:alpha val="25000"/>
            </a:srgbClr>
          </a:solidFill>
          <a:ln w="12700">
            <a:solidFill>
              <a:srgbClr val="4CC9F0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1B69"/>
                </a:solidFill>
              </a:rPr>
              <a:t>Решението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93135" y="1665038"/>
            <a:ext cx="502920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>
                <a:solidFill>
                  <a:srgbClr val="FFFFFF"/>
                </a:solidFill>
                <a:latin typeface="Arial Black"/>
              </a:rPr>
              <a:t>УЧЕНЕ ЧРЕЗ </a:t>
            </a:r>
          </a:p>
          <a:p>
            <a:r>
              <a:rPr lang="en-US" sz="3200" b="1">
                <a:solidFill>
                  <a:srgbClr val="FFFFFF"/>
                </a:solidFill>
                <a:latin typeface="Arial Black"/>
              </a:rPr>
              <a:t>ИГРА</a:t>
            </a:r>
            <a:endParaRPr lang="en-US" sz="3200" b="1" dirty="0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4846320" cy="2103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400" dirty="0">
              <a:solidFill>
                <a:srgbClr val="EDE7FF"/>
              </a:solidFill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9762" y="365760"/>
            <a:ext cx="1325880" cy="1325880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9762" y="3657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8057" y="1088997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533"/>
                </a:solidFill>
              </a:rPr>
              <a:t>AI видеа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06640" y="1371600"/>
            <a:ext cx="1325880" cy="13258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06640" y="137160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406640" y="21031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533"/>
                </a:solidFill>
              </a:rPr>
              <a:t>Интерактивност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2468880"/>
            <a:ext cx="1325880" cy="132588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0" y="3383280"/>
            <a:ext cx="1325880" cy="132588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0" y="3408128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15200" y="408995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533"/>
                </a:solidFill>
              </a:rPr>
              <a:t>Учене</a:t>
            </a:r>
            <a:endParaRPr lang="en-US" sz="10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8F4E01D9-D816-C9B0-86BD-1FD1AB49152A}"/>
              </a:ext>
            </a:extLst>
          </p:cNvPr>
          <p:cNvSpPr/>
          <p:nvPr/>
        </p:nvSpPr>
        <p:spPr>
          <a:xfrm>
            <a:off x="5760720" y="246888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55C74EEC-6A04-B1DB-1175-117C65970C79}"/>
              </a:ext>
            </a:extLst>
          </p:cNvPr>
          <p:cNvSpPr/>
          <p:nvPr/>
        </p:nvSpPr>
        <p:spPr>
          <a:xfrm>
            <a:off x="5760720" y="3200400"/>
            <a:ext cx="13258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 err="1">
                <a:solidFill>
                  <a:srgbClr val="1A0533"/>
                </a:solidFill>
                <a:ea typeface="Calibri"/>
                <a:cs typeface="Calibri"/>
              </a:rPr>
              <a:t>Състезание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B6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FE24F-F473-72E9-C450-2906AFC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F94278-DC4B-9385-85A1-ADAAF37F524F}"/>
              </a:ext>
            </a:extLst>
          </p:cNvPr>
          <p:cNvSpPr/>
          <p:nvPr/>
        </p:nvSpPr>
        <p:spPr>
          <a:xfrm>
            <a:off x="-1689448" y="-2472325"/>
            <a:ext cx="4572000" cy="4572000"/>
          </a:xfrm>
          <a:prstGeom prst="ellipse">
            <a:avLst/>
          </a:prstGeom>
          <a:solidFill>
            <a:srgbClr val="6C3CE1">
              <a:alpha val="30000"/>
            </a:srgbClr>
          </a:solidFill>
          <a:ln w="12700">
            <a:solidFill>
              <a:srgbClr val="6C3CE1">
                <a:alpha val="3000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14C422F-F1C0-3841-AC53-7A30AC99EB4D}"/>
              </a:ext>
            </a:extLst>
          </p:cNvPr>
          <p:cNvSpPr/>
          <p:nvPr/>
        </p:nvSpPr>
        <p:spPr>
          <a:xfrm>
            <a:off x="1919614" y="4050604"/>
            <a:ext cx="3200400" cy="3200400"/>
          </a:xfrm>
          <a:prstGeom prst="ellipse">
            <a:avLst/>
          </a:prstGeom>
          <a:solidFill>
            <a:srgbClr val="4CC9F0">
              <a:alpha val="25000"/>
            </a:srgbClr>
          </a:solidFill>
          <a:ln w="12700">
            <a:solidFill>
              <a:srgbClr val="4CC9F0">
                <a:alpha val="25000"/>
              </a:srgbClr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834C2B-ABC7-81B8-E42A-78A9A16CA661}"/>
              </a:ext>
            </a:extLst>
          </p:cNvPr>
          <p:cNvSpPr/>
          <p:nvPr/>
        </p:nvSpPr>
        <p:spPr>
          <a:xfrm>
            <a:off x="907751" y="1563264"/>
            <a:ext cx="502920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>
                <a:solidFill>
                  <a:srgbClr val="FFFFFF"/>
                </a:solidFill>
                <a:latin typeface="Arial Black"/>
              </a:rPr>
              <a:t>… НО УВИ И ИГРИТЕ СВЪРШВАТ</a:t>
            </a:r>
            <a:r>
              <a:rPr lang="en-US" sz="3200" b="1" dirty="0">
                <a:solidFill>
                  <a:srgbClr val="FFFFFF"/>
                </a:solidFill>
                <a:latin typeface="Arial Black"/>
              </a:rPr>
              <a:t> </a:t>
            </a: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DB258A5-1EF3-D713-1266-A1980C6F99E5}"/>
              </a:ext>
            </a:extLst>
          </p:cNvPr>
          <p:cNvSpPr/>
          <p:nvPr/>
        </p:nvSpPr>
        <p:spPr>
          <a:xfrm>
            <a:off x="457200" y="2560320"/>
            <a:ext cx="4846320" cy="2103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400" dirty="0">
              <a:solidFill>
                <a:srgbClr val="EDE7FF"/>
              </a:solidFill>
              <a:ea typeface="Calibri"/>
              <a:cs typeface="Calibri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538A8CA-A131-9878-65F2-226AD68AD7C7}"/>
              </a:ext>
            </a:extLst>
          </p:cNvPr>
          <p:cNvSpPr/>
          <p:nvPr/>
        </p:nvSpPr>
        <p:spPr>
          <a:xfrm>
            <a:off x="7315200" y="3408128"/>
            <a:ext cx="132588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9738F8-A227-DAA9-55BB-48A639EE357B}"/>
              </a:ext>
            </a:extLst>
          </p:cNvPr>
          <p:cNvSpPr txBox="1"/>
          <p:nvPr/>
        </p:nvSpPr>
        <p:spPr>
          <a:xfrm>
            <a:off x="5934205" y="1561839"/>
            <a:ext cx="4572000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600"/>
              <a:t>😢 </a:t>
            </a:r>
            <a:endParaRPr lang="en-US" sz="9600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endParaRPr lang="en-US" sz="9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4532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character pointing to a plug&#10;&#10;AI-generated content may be incorrect.">
            <a:extLst>
              <a:ext uri="{FF2B5EF4-FFF2-40B4-BE49-F238E27FC236}">
                <a16:creationId xmlns:a16="http://schemas.microsoft.com/office/drawing/2014/main" id="{85E01124-307E-752C-1997-D94F59AA9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753"/>
            <a:ext cx="9144000" cy="4191996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31EE9FB5-CF51-54E8-E02A-134390866BE9}"/>
              </a:ext>
            </a:extLst>
          </p:cNvPr>
          <p:cNvSpPr/>
          <p:nvPr/>
        </p:nvSpPr>
        <p:spPr>
          <a:xfrm>
            <a:off x="1957" y="-1447971"/>
            <a:ext cx="1828800" cy="1828800"/>
          </a:xfrm>
          <a:prstGeom prst="ellipse">
            <a:avLst/>
          </a:prstGeom>
          <a:solidFill>
            <a:srgbClr val="FF9F1C">
              <a:alpha val="35000"/>
            </a:srgbClr>
          </a:solidFill>
          <a:ln w="12700">
            <a:solidFill>
              <a:srgbClr val="FF9F1C">
                <a:alpha val="35000"/>
              </a:srgbClr>
            </a:solidFill>
            <a:prstDash val="solid"/>
          </a:ln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A3520F7-5467-3A6B-7F7E-26DD9ABC131E}"/>
              </a:ext>
            </a:extLst>
          </p:cNvPr>
          <p:cNvSpPr/>
          <p:nvPr/>
        </p:nvSpPr>
        <p:spPr>
          <a:xfrm>
            <a:off x="5853122" y="4809064"/>
            <a:ext cx="1371600" cy="1371600"/>
          </a:xfrm>
          <a:prstGeom prst="ellipse">
            <a:avLst/>
          </a:prstGeom>
          <a:solidFill>
            <a:srgbClr val="4CC9F0">
              <a:alpha val="35000"/>
            </a:srgbClr>
          </a:solidFill>
          <a:ln w="12700">
            <a:solidFill>
              <a:srgbClr val="4CC9F0">
                <a:alpha val="35000"/>
              </a:srgbClr>
            </a:solidFill>
            <a:prstDash val="solid"/>
          </a:ln>
        </p:spPr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C2DA69C1-2859-037B-776E-080FCD3771EF}"/>
              </a:ext>
            </a:extLst>
          </p:cNvPr>
          <p:cNvSpPr/>
          <p:nvPr/>
        </p:nvSpPr>
        <p:spPr>
          <a:xfrm>
            <a:off x="6021887" y="-3732756"/>
            <a:ext cx="4114800" cy="4114800"/>
          </a:xfrm>
          <a:prstGeom prst="ellipse">
            <a:avLst/>
          </a:prstGeom>
          <a:solidFill>
            <a:srgbClr val="F72585">
              <a:alpha val="20000"/>
            </a:srgbClr>
          </a:solidFill>
          <a:ln w="12700">
            <a:solidFill>
              <a:srgbClr val="F72585">
                <a:alpha val="20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8178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9B5DE5">
              <a:alpha val="28000"/>
            </a:srgbClr>
          </a:solidFill>
          <a:ln w="12700">
            <a:solidFill>
              <a:srgbClr val="9B5DE5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1689"/>
            <a:ext cx="822960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Arial Black"/>
              </a:rPr>
              <a:t>ОТ ИНТЕРНЕТ ДО УЛИЦАТА</a:t>
            </a:r>
            <a:endParaRPr lang="en-US" sz="3200" b="1" dirty="0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6C3CE1">
              <a:alpha val="80000"/>
            </a:srgbClr>
          </a:solidFill>
          <a:ln w="12700">
            <a:solidFill>
              <a:srgbClr val="4CC9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109728" cy="155448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1911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🌐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554480" y="1992891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C9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Интернет безопасност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267712"/>
            <a:ext cx="2743200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150" dirty="0">
              <a:solidFill>
                <a:srgbClr val="EDE7FF"/>
              </a:solidFill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6C3CE1">
              <a:alpha val="80000"/>
            </a:srgbClr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463040"/>
            <a:ext cx="109728" cy="1554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821911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🚶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943600" y="1992891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Опасност от непознати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2267712"/>
            <a:ext cx="2743200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150" dirty="0">
              <a:solidFill>
                <a:srgbClr val="EDE7FF"/>
              </a:solidFill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6C3CE1">
              <a:alpha val="80000"/>
            </a:srgbClr>
          </a:solidFill>
          <a:ln w="12700">
            <a:solidFill>
              <a:srgbClr val="FF9F1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00400"/>
            <a:ext cx="109728" cy="15544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512298"/>
            <a:ext cx="91440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400">
                <a:ea typeface="+mn-lt"/>
                <a:cs typeface="+mn-lt"/>
              </a:rPr>
              <a:t>🏫</a:t>
            </a: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54480" y="3738080"/>
            <a:ext cx="2743200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 dirty="0" err="1">
                <a:solidFill>
                  <a:srgbClr val="FF9F1C"/>
                </a:solidFill>
                <a:latin typeface="Arial Black"/>
              </a:rPr>
              <a:t>Безопасност</a:t>
            </a:r>
            <a:r>
              <a:rPr lang="en-US" sz="1400" b="1" dirty="0">
                <a:solidFill>
                  <a:srgbClr val="FF9F1C"/>
                </a:solidFill>
                <a:latin typeface="Arial Black"/>
              </a:rPr>
              <a:t> в </a:t>
            </a:r>
            <a:r>
              <a:rPr lang="en-US" sz="1400" b="1" dirty="0" err="1">
                <a:solidFill>
                  <a:srgbClr val="FF9F1C"/>
                </a:solidFill>
                <a:latin typeface="Arial Black"/>
              </a:rPr>
              <a:t>училище</a:t>
            </a:r>
          </a:p>
        </p:txBody>
      </p:sp>
      <p:sp>
        <p:nvSpPr>
          <p:cNvPr id="24" name="Shape 22"/>
          <p:cNvSpPr/>
          <p:nvPr/>
        </p:nvSpPr>
        <p:spPr>
          <a:xfrm>
            <a:off x="4846320" y="320040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6C3CE1">
              <a:alpha val="80000"/>
            </a:srgbClr>
          </a:solidFill>
          <a:ln w="12700">
            <a:solidFill>
              <a:srgbClr val="FFD60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200400"/>
            <a:ext cx="109728" cy="155448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512298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🏠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5943600" y="3738080"/>
            <a:ext cx="2743200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 dirty="0" err="1">
                <a:solidFill>
                  <a:srgbClr val="FFD60A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Безопасност</a:t>
            </a:r>
            <a:r>
              <a:rPr lang="en-US" sz="1400" b="1" dirty="0">
                <a:solidFill>
                  <a:srgbClr val="FFD60A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у </a:t>
            </a:r>
            <a:r>
              <a:rPr lang="en-US" sz="1400" b="1" dirty="0" err="1">
                <a:solidFill>
                  <a:srgbClr val="FFD60A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дома</a:t>
            </a:r>
            <a:endParaRPr lang="en-US" sz="1400" dirty="0" err="1">
              <a:latin typeface="Arial Black"/>
            </a:endParaRP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9BD6E7EB-6223-4BEC-CB6C-F5396638E715}"/>
              </a:ext>
            </a:extLst>
          </p:cNvPr>
          <p:cNvSpPr/>
          <p:nvPr/>
        </p:nvSpPr>
        <p:spPr>
          <a:xfrm>
            <a:off x="-735904" y="-827657"/>
            <a:ext cx="1828800" cy="1828800"/>
          </a:xfrm>
          <a:prstGeom prst="ellipse">
            <a:avLst/>
          </a:prstGeom>
          <a:solidFill>
            <a:srgbClr val="FF9F1C">
              <a:alpha val="35000"/>
            </a:srgbClr>
          </a:solidFill>
          <a:ln w="12700">
            <a:solidFill>
              <a:srgbClr val="FF9F1C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B6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00D990-D6B0-2F3F-FAE4-225F4F722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8B7ACA-9027-4EC3-5D0E-9E0EDBF78F0A}"/>
              </a:ext>
            </a:extLst>
          </p:cNvPr>
          <p:cNvSpPr/>
          <p:nvPr/>
        </p:nvSpPr>
        <p:spPr>
          <a:xfrm>
            <a:off x="5857483" y="-2581928"/>
            <a:ext cx="4572000" cy="4572000"/>
          </a:xfrm>
          <a:prstGeom prst="ellipse">
            <a:avLst/>
          </a:prstGeom>
          <a:solidFill>
            <a:srgbClr val="6C3CE1">
              <a:alpha val="30000"/>
            </a:srgbClr>
          </a:solidFill>
          <a:ln w="12700">
            <a:solidFill>
              <a:srgbClr val="6C3CE1">
                <a:alpha val="3000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24D99A0-8F9F-17E3-F23E-B1093D35682A}"/>
              </a:ext>
            </a:extLst>
          </p:cNvPr>
          <p:cNvSpPr/>
          <p:nvPr/>
        </p:nvSpPr>
        <p:spPr>
          <a:xfrm>
            <a:off x="-1407612" y="-630999"/>
            <a:ext cx="3200400" cy="3200400"/>
          </a:xfrm>
          <a:prstGeom prst="ellipse">
            <a:avLst/>
          </a:prstGeom>
          <a:solidFill>
            <a:srgbClr val="4CC9F0">
              <a:alpha val="25000"/>
            </a:srgbClr>
          </a:solidFill>
          <a:ln w="12700">
            <a:solidFill>
              <a:srgbClr val="4CC9F0">
                <a:alpha val="25000"/>
              </a:srgbClr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321D3EC-D590-5D0B-78D9-556B72452A8F}"/>
              </a:ext>
            </a:extLst>
          </p:cNvPr>
          <p:cNvSpPr/>
          <p:nvPr/>
        </p:nvSpPr>
        <p:spPr>
          <a:xfrm>
            <a:off x="3286518" y="1814258"/>
            <a:ext cx="2085584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4400" b="1" dirty="0">
                <a:solidFill>
                  <a:srgbClr val="FFFFFF"/>
                </a:solidFill>
                <a:latin typeface="Arial Black"/>
              </a:rPr>
              <a:t>ДЕМО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8348C46-71A0-2065-4EF6-66A6D932713E}"/>
              </a:ext>
            </a:extLst>
          </p:cNvPr>
          <p:cNvSpPr/>
          <p:nvPr/>
        </p:nvSpPr>
        <p:spPr>
          <a:xfrm>
            <a:off x="3032864" y="2748210"/>
            <a:ext cx="4846320" cy="2103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400" dirty="0">
              <a:solidFill>
                <a:srgbClr val="EDE7FF"/>
              </a:solidFill>
              <a:ea typeface="Calibri"/>
              <a:cs typeface="Calibri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EB5DD61-A063-41A2-2F8F-85BF1CA1F875}"/>
              </a:ext>
            </a:extLst>
          </p:cNvPr>
          <p:cNvSpPr/>
          <p:nvPr/>
        </p:nvSpPr>
        <p:spPr>
          <a:xfrm>
            <a:off x="7315200" y="3408128"/>
            <a:ext cx="132588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7BE1D84-CC63-6A6E-97D6-878C15015584}"/>
              </a:ext>
            </a:extLst>
          </p:cNvPr>
          <p:cNvSpPr/>
          <p:nvPr/>
        </p:nvSpPr>
        <p:spPr>
          <a:xfrm>
            <a:off x="1794745" y="3985194"/>
            <a:ext cx="2173265" cy="1954060"/>
          </a:xfrm>
          <a:prstGeom prst="ellipse">
            <a:avLst/>
          </a:prstGeom>
          <a:solidFill>
            <a:srgbClr val="FF9F1C">
              <a:alpha val="35000"/>
            </a:srgbClr>
          </a:solidFill>
          <a:ln w="12700">
            <a:solidFill>
              <a:srgbClr val="FF9F1C">
                <a:alpha val="35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44496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C3CE1">
              <a:alpha val="22000"/>
            </a:srgbClr>
          </a:solidFill>
          <a:ln w="12700">
            <a:solidFill>
              <a:srgbClr val="6C3CE1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-457200"/>
            <a:ext cx="1828800" cy="1828800"/>
          </a:xfrm>
          <a:prstGeom prst="ellipse">
            <a:avLst/>
          </a:prstGeom>
          <a:solidFill>
            <a:srgbClr val="F72585">
              <a:alpha val="18000"/>
            </a:srgbClr>
          </a:solidFill>
          <a:ln w="12700">
            <a:solidFill>
              <a:srgbClr val="F72585">
                <a:alpha val="1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34548"/>
            <a:ext cx="822960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FFFFF"/>
                </a:solidFill>
                <a:latin typeface="Arial Black"/>
                <a:ea typeface="Calibri"/>
                <a:cs typeface="Calibri"/>
              </a:rPr>
              <a:t>ТЕХНОЛОГИИ</a:t>
            </a:r>
            <a:endParaRPr lang="en-US" sz="3600">
              <a:latin typeface="Arial Black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1920240" cy="2606040"/>
          </a:xfrm>
          <a:prstGeom prst="roundRect">
            <a:avLst>
              <a:gd name="adj" fmla="val 8571"/>
            </a:avLst>
          </a:prstGeom>
          <a:solidFill>
            <a:srgbClr val="2D1B69"/>
          </a:solidFill>
          <a:ln w="12700">
            <a:solidFill>
              <a:srgbClr val="F7258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94560"/>
            <a:ext cx="1920240" cy="9144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501651"/>
            <a:ext cx="192024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F72585"/>
                </a:solidFill>
                <a:latin typeface="Arial Black"/>
              </a:rPr>
              <a:t>React</a:t>
            </a:r>
            <a:endParaRPr lang="en-US" sz="1600" b="1" dirty="0">
              <a:solidFill>
                <a:srgbClr val="F72585"/>
              </a:solidFill>
              <a:latin typeface="Arial Black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468880" y="2194560"/>
            <a:ext cx="1920240" cy="2606040"/>
          </a:xfrm>
          <a:prstGeom prst="roundRect">
            <a:avLst>
              <a:gd name="adj" fmla="val 8571"/>
            </a:avLst>
          </a:prstGeom>
          <a:solidFill>
            <a:srgbClr val="2D1B69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2194560"/>
            <a:ext cx="19202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240280"/>
            <a:ext cx="1920240" cy="8046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 lang="en-US" sz="36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endParaRPr lang="en-US" sz="3600" dirty="0"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468880" y="3478165"/>
            <a:ext cx="192024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B4D8"/>
                </a:solidFill>
                <a:latin typeface="Arial Black"/>
              </a:rPr>
              <a:t>Django</a:t>
            </a:r>
          </a:p>
        </p:txBody>
      </p:sp>
      <p:sp>
        <p:nvSpPr>
          <p:cNvPr id="20" name="Shape 18"/>
          <p:cNvSpPr/>
          <p:nvPr/>
        </p:nvSpPr>
        <p:spPr>
          <a:xfrm>
            <a:off x="4617720" y="2194560"/>
            <a:ext cx="1920240" cy="2606040"/>
          </a:xfrm>
          <a:prstGeom prst="roundRect">
            <a:avLst>
              <a:gd name="adj" fmla="val 8571"/>
            </a:avLst>
          </a:prstGeom>
          <a:solidFill>
            <a:srgbClr val="2D1B69"/>
          </a:solidFill>
          <a:ln w="12700">
            <a:solidFill>
              <a:srgbClr val="FF9F1C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194560"/>
            <a:ext cx="1920240" cy="914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240280"/>
            <a:ext cx="1920240" cy="8046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 lang="en-US" sz="3600" dirty="0">
              <a:solidFill>
                <a:srgbClr val="000000"/>
              </a:solidFill>
            </a:endParaRPr>
          </a:p>
          <a:p>
            <a:pPr algn="ctr"/>
            <a:endParaRPr lang="en-US" sz="3600" dirty="0">
              <a:solidFill>
                <a:srgbClr val="000000"/>
              </a:solidFill>
              <a:latin typeface="Calibri" panose="020F0502020204030204"/>
              <a:ea typeface="Calibri"/>
              <a:cs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17720" y="3501651"/>
            <a:ext cx="192024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 dirty="0" err="1">
                <a:solidFill>
                  <a:srgbClr val="FF9F1C"/>
                </a:solidFill>
                <a:latin typeface="Arial Black"/>
              </a:rPr>
              <a:t>DeeVid</a:t>
            </a:r>
            <a:r>
              <a:rPr lang="en-US" sz="1600" b="1" dirty="0">
                <a:solidFill>
                  <a:srgbClr val="FF9F1C"/>
                </a:solidFill>
                <a:latin typeface="Arial Black"/>
              </a:rPr>
              <a:t> AI</a:t>
            </a:r>
          </a:p>
        </p:txBody>
      </p:sp>
      <p:sp>
        <p:nvSpPr>
          <p:cNvPr id="26" name="Shape 24"/>
          <p:cNvSpPr/>
          <p:nvPr/>
        </p:nvSpPr>
        <p:spPr>
          <a:xfrm>
            <a:off x="6766560" y="2194560"/>
            <a:ext cx="1920240" cy="2606040"/>
          </a:xfrm>
          <a:prstGeom prst="roundRect">
            <a:avLst>
              <a:gd name="adj" fmla="val 8571"/>
            </a:avLst>
          </a:prstGeom>
          <a:solidFill>
            <a:srgbClr val="2D1B69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2194560"/>
            <a:ext cx="192024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342054"/>
            <a:ext cx="1920240" cy="8046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 lang="en-US" sz="36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🧠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66560" y="3501651"/>
            <a:ext cx="192024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06D6A0"/>
                </a:solidFill>
                <a:latin typeface="Arial Black"/>
              </a:rPr>
              <a:t>AI / NLP</a:t>
            </a:r>
            <a:endParaRPr lang="en-US" sz="1600" b="1" dirty="0">
              <a:solidFill>
                <a:srgbClr val="06D6A0"/>
              </a:solidFill>
              <a:latin typeface="Arial Black"/>
            </a:endParaRPr>
          </a:p>
        </p:txBody>
      </p:sp>
      <p:pic>
        <p:nvPicPr>
          <p:cNvPr id="32" name="Picture 31" descr="DeeVid：AI Video Generator - Apps on Google Play">
            <a:extLst>
              <a:ext uri="{FF2B5EF4-FFF2-40B4-BE49-F238E27FC236}">
                <a16:creationId xmlns:a16="http://schemas.microsoft.com/office/drawing/2014/main" id="{0ABCE62A-FBC5-99B3-AACC-A38CB297B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737" y="2740329"/>
            <a:ext cx="508348" cy="500520"/>
          </a:xfrm>
          <a:prstGeom prst="rect">
            <a:avLst/>
          </a:prstGeom>
        </p:spPr>
      </p:pic>
      <p:pic>
        <p:nvPicPr>
          <p:cNvPr id="33" name="Picture 32" descr="React Logo PNG Vector (SVG) Free Download">
            <a:extLst>
              <a:ext uri="{FF2B5EF4-FFF2-40B4-BE49-F238E27FC236}">
                <a16:creationId xmlns:a16="http://schemas.microsoft.com/office/drawing/2014/main" id="{D9670120-60CE-346B-B312-06D53B2C7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544" y="2640643"/>
            <a:ext cx="652919" cy="668576"/>
          </a:xfrm>
          <a:prstGeom prst="rect">
            <a:avLst/>
          </a:prstGeom>
        </p:spPr>
      </p:pic>
      <p:pic>
        <p:nvPicPr>
          <p:cNvPr id="34" name="Picture 33" descr="Django Icon Vector SVG Icon - SVG Repo">
            <a:extLst>
              <a:ext uri="{FF2B5EF4-FFF2-40B4-BE49-F238E27FC236}">
                <a16:creationId xmlns:a16="http://schemas.microsoft.com/office/drawing/2014/main" id="{4BF0F0C9-07DD-CCC1-9EF8-D880DF842B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7287" y="2737133"/>
            <a:ext cx="483427" cy="4912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37160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200" dirty="0">
              <a:solidFill>
                <a:srgbClr val="FFD60A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1581" y="1147697"/>
            <a:ext cx="768096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 lang="en-US" sz="4000" b="1" dirty="0">
              <a:solidFill>
                <a:srgbClr val="FFFFFF"/>
              </a:solidFill>
              <a:latin typeface="Arial Black"/>
              <a:ea typeface="Arial Black" pitchFamily="34" charset="-122"/>
              <a:cs typeface="Arial Black" pitchFamily="34" charset="-120"/>
            </a:endParaRPr>
          </a:p>
          <a:p>
            <a:pPr algn="ctr"/>
            <a:endParaRPr lang="en-US" sz="4000" b="1" dirty="0">
              <a:solidFill>
                <a:srgbClr val="FFFFFF"/>
              </a:solidFill>
              <a:latin typeface="Arial Black"/>
              <a:ea typeface="Arial Black" pitchFamily="34" charset="-122"/>
              <a:cs typeface="Arial Black" pitchFamily="34" charset="-120"/>
            </a:endParaRPr>
          </a:p>
          <a:p>
            <a:pPr algn="ctr"/>
            <a:r>
              <a:rPr lang="en-US" sz="4000" b="1" dirty="0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endParaRPr lang="en-US" sz="4000" dirty="0">
              <a:solidFill>
                <a:srgbClr val="000000"/>
              </a:solidFill>
              <a:latin typeface="Arial Black"/>
              <a:ea typeface="Arial Black" pitchFamily="34" charset="-122"/>
              <a:cs typeface="Arial Black" pitchFamily="34" charset="-120"/>
            </a:endParaRPr>
          </a:p>
          <a:p>
            <a:pPr algn="ctr"/>
            <a:endParaRPr lang="en-US" sz="4000" b="1" dirty="0">
              <a:solidFill>
                <a:srgbClr val="FFFFFF"/>
              </a:solidFill>
              <a:latin typeface="Arial Black"/>
              <a:ea typeface="Arial Black" pitchFamily="34" charset="-122"/>
              <a:cs typeface="Arial Black" pitchFamily="34" charset="-120"/>
            </a:endParaRPr>
          </a:p>
          <a:p>
            <a:pPr algn="ctr"/>
            <a:endParaRPr lang="en-US" sz="2000" b="1" dirty="0">
              <a:solidFill>
                <a:srgbClr val="FFFFFF"/>
              </a:solidFill>
              <a:latin typeface="Arial Black"/>
            </a:endParaRPr>
          </a:p>
        </p:txBody>
      </p:sp>
      <p:pic>
        <p:nvPicPr>
          <p:cNvPr id="2" name="Picture 1" descr="A diagram of a process&#10;&#10;AI-generated content may be incorrect.">
            <a:extLst>
              <a:ext uri="{FF2B5EF4-FFF2-40B4-BE49-F238E27FC236}">
                <a16:creationId xmlns:a16="http://schemas.microsoft.com/office/drawing/2014/main" id="{84C0625A-5FC7-BF3D-24BF-55D953510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10"/>
            <a:ext cx="9144000" cy="53561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B6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402FB-8479-DB8A-3EA5-F598E9B83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5918FE-24BA-B129-6AC4-915E1CD47C2A}"/>
              </a:ext>
            </a:extLst>
          </p:cNvPr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F72585">
              <a:alpha val="20000"/>
            </a:srgbClr>
          </a:solidFill>
          <a:ln w="12700">
            <a:solidFill>
              <a:srgbClr val="F72585">
                <a:alpha val="2000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BB16627-70F7-3234-4345-C3501779A8F8}"/>
              </a:ext>
            </a:extLst>
          </p:cNvPr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5F5E703-3511-C4B2-FDDD-4043E1D1A8B4}"/>
              </a:ext>
            </a:extLst>
          </p:cNvPr>
          <p:cNvSpPr/>
          <p:nvPr/>
        </p:nvSpPr>
        <p:spPr>
          <a:xfrm>
            <a:off x="4114800" y="-731520"/>
            <a:ext cx="2011680" cy="2011680"/>
          </a:xfrm>
          <a:prstGeom prst="ellipse">
            <a:avLst/>
          </a:prstGeom>
          <a:solidFill>
            <a:srgbClr val="FFD60A">
              <a:alpha val="18000"/>
            </a:srgbClr>
          </a:solidFill>
          <a:ln w="12700">
            <a:solidFill>
              <a:srgbClr val="FFD60A">
                <a:alpha val="18000"/>
              </a:srgbClr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101A01-5304-2CF1-5B56-4F7E9408B6E3}"/>
              </a:ext>
            </a:extLst>
          </p:cNvPr>
          <p:cNvSpPr/>
          <p:nvPr/>
        </p:nvSpPr>
        <p:spPr>
          <a:xfrm>
            <a:off x="137160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200" dirty="0">
              <a:solidFill>
                <a:srgbClr val="FFD60A"/>
              </a:solidFill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030DF51-8FE9-7446-1DAA-825F63A3C1F8}"/>
              </a:ext>
            </a:extLst>
          </p:cNvPr>
          <p:cNvSpPr/>
          <p:nvPr/>
        </p:nvSpPr>
        <p:spPr>
          <a:xfrm>
            <a:off x="911581" y="1147697"/>
            <a:ext cx="768096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 lang="en-US" sz="4000" b="1" dirty="0">
              <a:solidFill>
                <a:srgbClr val="FFFFFF"/>
              </a:solidFill>
              <a:latin typeface="Arial Black"/>
              <a:ea typeface="Arial Black" pitchFamily="34" charset="-122"/>
              <a:cs typeface="Arial Black" pitchFamily="34" charset="-120"/>
            </a:endParaRPr>
          </a:p>
          <a:p>
            <a:pPr algn="ctr"/>
            <a:endParaRPr lang="en-US" sz="4000" b="1" dirty="0">
              <a:solidFill>
                <a:srgbClr val="FFFFFF"/>
              </a:solidFill>
              <a:latin typeface="Arial Black"/>
              <a:ea typeface="Arial Black" pitchFamily="34" charset="-122"/>
              <a:cs typeface="Arial Black" pitchFamily="34" charset="-120"/>
            </a:endParaRPr>
          </a:p>
          <a:p>
            <a:pPr algn="ctr"/>
            <a:r>
              <a:rPr lang="en-US" sz="5400" b="1" dirty="0" err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KiddoSafe</a:t>
            </a:r>
            <a:r>
              <a:rPr lang="en-US" sz="5400" b="1" dirty="0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!</a:t>
            </a:r>
            <a:r>
              <a:rPr lang="en-US" sz="4000" b="1" dirty="0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endParaRPr lang="en-US" sz="4000" dirty="0">
              <a:solidFill>
                <a:srgbClr val="000000"/>
              </a:solidFill>
              <a:latin typeface="Arial Black"/>
              <a:ea typeface="Arial Black" pitchFamily="34" charset="-122"/>
              <a:cs typeface="Arial Black" pitchFamily="34" charset="-120"/>
            </a:endParaRPr>
          </a:p>
          <a:p>
            <a:pPr algn="ctr"/>
            <a:endParaRPr lang="en-US" sz="4000" b="1" dirty="0">
              <a:solidFill>
                <a:srgbClr val="FFFFFF"/>
              </a:solidFill>
              <a:latin typeface="Arial Black"/>
              <a:ea typeface="Arial Black" pitchFamily="34" charset="-122"/>
              <a:cs typeface="Arial Black" pitchFamily="34" charset="-120"/>
            </a:endParaRPr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The fun ends on </a:t>
            </a:r>
            <a:r>
              <a:rPr lang="en-US" sz="2000" b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YOUR terms! 🚀</a:t>
            </a:r>
            <a:endParaRPr lang="en-US" sz="2000"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64711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Microsoft Office PowerPoint</Application>
  <PresentationFormat>On-screen Show (16:9)</PresentationFormat>
  <Paragraphs>61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KiddoSafe – Safety Stars</dc:title>
  <dc:subject>PptxGenJS Presentation</dc:subject>
  <dc:creator>KiddoSafe Team</dc:creator>
  <cp:lastModifiedBy>Серхан Реджепов Чавдарлиев</cp:lastModifiedBy>
  <cp:revision>416</cp:revision>
  <dcterms:created xsi:type="dcterms:W3CDTF">2026-03-15T08:54:10Z</dcterms:created>
  <dcterms:modified xsi:type="dcterms:W3CDTF">2026-03-15T12:20:01Z</dcterms:modified>
</cp:coreProperties>
</file>